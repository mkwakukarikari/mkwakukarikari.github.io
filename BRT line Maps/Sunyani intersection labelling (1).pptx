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-52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095C32-A884-4202-8F10-9620DBD64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BEA0BC5-221C-4558-85AF-35AC89777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630202C-0B28-46F9-A6D1-E1F08A3F5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596EFE-DE54-493D-8FED-BC9CBFBE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DDE938-080D-4455-A101-B4CBD00E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179952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9E86E9-B732-40F6-94A6-D69B283D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D1558B4-6E6A-4D5D-93E0-1CECBDE24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48E3B6C-1E4A-45F8-BAE8-59ED2A2E9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6FEF770-9219-4CC7-BF95-3258BF2C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880CE2-43A1-4F91-BD44-DA49A168A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183891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A0B544-3CDA-400B-A809-B295A90AC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A2318FD-8FEB-4AB1-A56D-F855D8B64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53EB610-8363-46C3-AA03-E5A67CD7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5564E12-3045-4456-9296-CCA0D6DE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A11426D-8C8C-42C8-A93B-51922158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175215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F7B63A-9D4D-489C-A5D1-EC22028F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5EA7D63-E0FB-4AF3-86D1-C0E14B2B4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BEAD1E9-6267-4296-A8BF-C4F0D1173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3032445-69A6-4986-AC1F-19D7BA44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0939FA3-3A11-489D-BB08-7E295E28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A786879-9CF7-4C4F-B176-1FD9DD56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4058669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2CDB0A-371A-4FB2-A5FF-5C16AD3AB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90877BB-CF7F-4783-B3AC-3227F5686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24A51E5-95A2-4F73-B594-0283AB720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0EBEDC71-3BBB-4915-AF6D-D98CFE96B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0E388A3B-DEFC-447E-A8B4-0356893D7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563FED1-FC4B-4169-A1ED-4916993D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7D16B18-F89A-4B15-A5F8-FDD934E55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BB50A0B-4F7E-4605-AB1C-72D5876F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20290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0D605C-A1E2-45B0-973A-2221232A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22BC177-0833-4E0F-8FAC-A7D59FFF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A5FBAB3-8992-4F07-BF1C-4C2081A4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B734872-4013-4755-9A3D-345398E2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77884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7484FC2-0C0F-47A3-8205-D235C1482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2004F2C-2A20-41B0-8E3F-6FE8F91A8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B83C526-F9F1-45E8-AD78-2640E1FB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36423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1A208B-469A-49A8-A01A-C59D70D7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973BEA8-7D25-4607-9688-22475837A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27A5E03-8AC9-48CD-9E52-7E7E5635F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54DE01D-FB3E-46D8-B525-91DFF3FC4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80AC0BE-DA50-47FB-9BA2-0D8EF6FF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78172B5-804B-4652-919A-B1167F49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9444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B0F9A40-E1D2-4668-BC4C-DE2584188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2757947-5C5F-4166-A893-B0B79C339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894C605-B48C-44E9-A0A7-D3D2BB9B7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9E9980E-2CBF-4277-862A-35FA024D0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4513AB8-2017-4EA3-9E34-8D36F3FC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990A3AB-94D6-4DD2-BC81-7CBBA9C0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4157194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AD74F3-A430-41FB-A42F-D831CA91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94E0FDA-5EF1-462D-8BFD-26B61C637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5B66831-3394-432B-8158-46092FF8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69AB919-BDD9-4467-B761-3077DF2B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DF2F692-A58B-4CDA-89AC-28BB17B3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2541044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E30400C-4194-4932-868C-6321AC6DD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4FDCCBD-0ED4-4BA5-A90D-72B6AF776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AF1A46-0D2F-4333-A84E-049AD04FB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11F9B3E-5CD2-40BD-92BE-710506E7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35C98C0-51A1-45A4-8661-6CABB511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362252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BDC2047-1426-4C72-8323-15502D186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86F1CBB-9377-40AF-9BA1-2C14A9479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493B9D0-B685-4B4F-85CF-6E9FB16C6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536AD-2C38-4209-8C85-6D7FE07FC14C}" type="datetimeFigureOut">
              <a:rPr lang="x-none" smtClean="0"/>
              <a:pPr/>
              <a:t>02/10/2020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F2A4A77-85B6-436E-B3AB-96F208934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A6C355F-0E0A-4D5D-9AE5-B0B830757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0DBDA-6061-4625-840C-09C928B69EBE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239206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2266844-B8B5-4297-AFD6-88FF0C5F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691597" y="-2760368"/>
            <a:ext cx="2962036" cy="120387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E13224B-82C5-426E-9534-E9B074BC15D8}"/>
              </a:ext>
            </a:extLst>
          </p:cNvPr>
          <p:cNvSpPr txBox="1"/>
          <p:nvPr/>
        </p:nvSpPr>
        <p:spPr>
          <a:xfrm>
            <a:off x="111760" y="121920"/>
            <a:ext cx="5191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Sunyani Corridor labelling</a:t>
            </a:r>
            <a:endParaRPr lang="x-none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E43414C1-B2F9-4A47-B047-C404E68FBC09}"/>
              </a:ext>
            </a:extLst>
          </p:cNvPr>
          <p:cNvSpPr txBox="1"/>
          <p:nvPr/>
        </p:nvSpPr>
        <p:spPr>
          <a:xfrm>
            <a:off x="9925050" y="2105026"/>
            <a:ext cx="2113721" cy="258532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x-none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3E4B38B-2FB4-4BCE-A103-2BFD32EE678D}"/>
              </a:ext>
            </a:extLst>
          </p:cNvPr>
          <p:cNvSpPr txBox="1"/>
          <p:nvPr/>
        </p:nvSpPr>
        <p:spPr>
          <a:xfrm>
            <a:off x="7811329" y="2105026"/>
            <a:ext cx="2113721" cy="258532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x-none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C6F72AE3-FDAE-415C-BCB7-B27034AF6482}"/>
              </a:ext>
            </a:extLst>
          </p:cNvPr>
          <p:cNvSpPr txBox="1"/>
          <p:nvPr/>
        </p:nvSpPr>
        <p:spPr>
          <a:xfrm>
            <a:off x="5853738" y="2129869"/>
            <a:ext cx="1957591" cy="258532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x-none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BFEEF55-D963-43DA-A9DA-ADE0DC734AE7}"/>
              </a:ext>
            </a:extLst>
          </p:cNvPr>
          <p:cNvSpPr txBox="1"/>
          <p:nvPr/>
        </p:nvSpPr>
        <p:spPr>
          <a:xfrm>
            <a:off x="3583887" y="2105025"/>
            <a:ext cx="2269851" cy="258532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x-none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2406BA4-4833-405C-8CC7-EF0D98C4BF53}"/>
              </a:ext>
            </a:extLst>
          </p:cNvPr>
          <p:cNvSpPr txBox="1"/>
          <p:nvPr/>
        </p:nvSpPr>
        <p:spPr>
          <a:xfrm>
            <a:off x="1470166" y="2080181"/>
            <a:ext cx="2113721" cy="258532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x-none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E871D945-AA3E-4578-BB8A-37FF377C2CF6}"/>
              </a:ext>
            </a:extLst>
          </p:cNvPr>
          <p:cNvSpPr txBox="1"/>
          <p:nvPr/>
        </p:nvSpPr>
        <p:spPr>
          <a:xfrm>
            <a:off x="257175" y="2080181"/>
            <a:ext cx="1212991" cy="256047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="" xmlns:p14="http://schemas.microsoft.com/office/powerpoint/2010/main" val="253656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F452208-6225-43CB-A1CC-CD5C3BCC11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94"/>
          <a:stretch/>
        </p:blipFill>
        <p:spPr>
          <a:xfrm rot="16200000">
            <a:off x="1424367" y="25339"/>
            <a:ext cx="6849626" cy="67989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563390E-8080-45D6-827F-8B1DBCE8D77B}"/>
              </a:ext>
            </a:extLst>
          </p:cNvPr>
          <p:cNvSpPr txBox="1"/>
          <p:nvPr/>
        </p:nvSpPr>
        <p:spPr>
          <a:xfrm>
            <a:off x="121920" y="193040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endParaRPr lang="x-none" b="1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3083DF4-A74A-417D-B25F-3BF841AC21AB}"/>
              </a:ext>
            </a:extLst>
          </p:cNvPr>
          <p:cNvSpPr txBox="1"/>
          <p:nvPr/>
        </p:nvSpPr>
        <p:spPr>
          <a:xfrm>
            <a:off x="4441825" y="4415275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Bekwai Roundabout</a:t>
            </a:r>
            <a:endParaRPr lang="x-none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8975AA1-2746-4425-B9F9-BB841A79E9DF}"/>
              </a:ext>
            </a:extLst>
          </p:cNvPr>
          <p:cNvSpPr txBox="1"/>
          <p:nvPr/>
        </p:nvSpPr>
        <p:spPr>
          <a:xfrm>
            <a:off x="1708150" y="958055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Sofoline</a:t>
            </a:r>
            <a:r>
              <a:rPr lang="en-US" dirty="0"/>
              <a:t> Roundabout</a:t>
            </a:r>
            <a:endParaRPr lang="x-none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A3134A96-2C3D-4748-A349-D08735D73085}"/>
              </a:ext>
            </a:extLst>
          </p:cNvPr>
          <p:cNvCxnSpPr>
            <a:cxnSpLocks/>
          </p:cNvCxnSpPr>
          <p:nvPr/>
        </p:nvCxnSpPr>
        <p:spPr>
          <a:xfrm flipH="1">
            <a:off x="6781800" y="1567299"/>
            <a:ext cx="659131" cy="128067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16800" y="1219200"/>
            <a:ext cx="314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Lighthouse Church(</a:t>
            </a:r>
            <a:r>
              <a:rPr lang="en-GB" dirty="0" err="1" smtClean="0"/>
              <a:t>Bantama</a:t>
            </a:r>
            <a:r>
              <a:rPr lang="en-GB" dirty="0" smtClean="0"/>
              <a:t>) Area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4762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38426AF-E3BD-469F-874E-931737EA9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97195" y="-339035"/>
            <a:ext cx="6820010" cy="7498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E7ED07D-3D9A-4F83-AE36-3F39E61E6766}"/>
              </a:ext>
            </a:extLst>
          </p:cNvPr>
          <p:cNvSpPr txBox="1"/>
          <p:nvPr/>
        </p:nvSpPr>
        <p:spPr>
          <a:xfrm>
            <a:off x="7632700" y="526255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Sofoline</a:t>
            </a:r>
            <a:r>
              <a:rPr lang="en-US" dirty="0"/>
              <a:t> Roundabout</a:t>
            </a:r>
            <a:endParaRPr lang="x-none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08C9A17C-0CF5-4F53-A02D-B55DDCF5BCC8}"/>
              </a:ext>
            </a:extLst>
          </p:cNvPr>
          <p:cNvCxnSpPr>
            <a:cxnSpLocks/>
          </p:cNvCxnSpPr>
          <p:nvPr/>
        </p:nvCxnSpPr>
        <p:spPr>
          <a:xfrm flipH="1">
            <a:off x="5721349" y="723621"/>
            <a:ext cx="659131" cy="128067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8ADCBBD6-EA36-4BFC-B3FC-BB763191DD0B}"/>
              </a:ext>
            </a:extLst>
          </p:cNvPr>
          <p:cNvCxnSpPr>
            <a:cxnSpLocks/>
          </p:cNvCxnSpPr>
          <p:nvPr/>
        </p:nvCxnSpPr>
        <p:spPr>
          <a:xfrm flipH="1" flipV="1">
            <a:off x="4616450" y="4233147"/>
            <a:ext cx="955675" cy="96750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E9306AE9-04A6-48DC-9859-D239C0BA489B}"/>
              </a:ext>
            </a:extLst>
          </p:cNvPr>
          <p:cNvCxnSpPr>
            <a:cxnSpLocks/>
          </p:cNvCxnSpPr>
          <p:nvPr/>
        </p:nvCxnSpPr>
        <p:spPr>
          <a:xfrm>
            <a:off x="2486025" y="2167652"/>
            <a:ext cx="873126" cy="12613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93D0AA0-F207-484D-8716-7B3E1085C246}"/>
              </a:ext>
            </a:extLst>
          </p:cNvPr>
          <p:cNvSpPr txBox="1"/>
          <p:nvPr/>
        </p:nvSpPr>
        <p:spPr>
          <a:xfrm>
            <a:off x="111759" y="169623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</a:t>
            </a:r>
            <a:endParaRPr lang="x-none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584700" y="342900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The Man Fast Food Service Area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038600" y="5257800"/>
            <a:ext cx="3543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Methodist Women Training Institute Area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939800" y="1600200"/>
            <a:ext cx="337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dirty="0" smtClean="0"/>
              <a:t>The Church Of Pentecost </a:t>
            </a:r>
            <a:r>
              <a:rPr lang="en-US" dirty="0" err="1" smtClean="0"/>
              <a:t>Mizpah</a:t>
            </a:r>
            <a:r>
              <a:rPr lang="en-US" dirty="0" smtClean="0"/>
              <a:t> Assembly Area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84164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E085F4F-AC7B-4939-BF45-225AF583D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346015" y="-2266628"/>
            <a:ext cx="6858000" cy="113912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C25054E-DD55-48A3-8543-FDD518EE98E5}"/>
              </a:ext>
            </a:extLst>
          </p:cNvPr>
          <p:cNvSpPr txBox="1"/>
          <p:nvPr/>
        </p:nvSpPr>
        <p:spPr>
          <a:xfrm>
            <a:off x="111759" y="169623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</a:t>
            </a:r>
            <a:endParaRPr lang="x-none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09AFB0F2-93F6-4757-B605-0D83FF6AA2A9}"/>
              </a:ext>
            </a:extLst>
          </p:cNvPr>
          <p:cNvCxnSpPr>
            <a:cxnSpLocks/>
          </p:cNvCxnSpPr>
          <p:nvPr/>
        </p:nvCxnSpPr>
        <p:spPr>
          <a:xfrm>
            <a:off x="8258175" y="777002"/>
            <a:ext cx="873126" cy="12613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CAC8B4FF-B48B-4D76-965A-7C95BC2955ED}"/>
              </a:ext>
            </a:extLst>
          </p:cNvPr>
          <p:cNvCxnSpPr>
            <a:cxnSpLocks/>
          </p:cNvCxnSpPr>
          <p:nvPr/>
        </p:nvCxnSpPr>
        <p:spPr>
          <a:xfrm flipV="1">
            <a:off x="6915627" y="3733800"/>
            <a:ext cx="734525" cy="1209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A176157A-91DC-4090-853F-E76C7E12B68F}"/>
              </a:ext>
            </a:extLst>
          </p:cNvPr>
          <p:cNvCxnSpPr>
            <a:cxnSpLocks/>
          </p:cNvCxnSpPr>
          <p:nvPr/>
        </p:nvCxnSpPr>
        <p:spPr>
          <a:xfrm flipV="1">
            <a:off x="7650152" y="3581400"/>
            <a:ext cx="561975" cy="154305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A36E45AF-DFC7-4239-96BB-5F77E7BEE6DE}"/>
              </a:ext>
            </a:extLst>
          </p:cNvPr>
          <p:cNvCxnSpPr>
            <a:cxnSpLocks/>
          </p:cNvCxnSpPr>
          <p:nvPr/>
        </p:nvCxnSpPr>
        <p:spPr>
          <a:xfrm flipV="1">
            <a:off x="8553450" y="3318748"/>
            <a:ext cx="290198" cy="125325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B5AFC272-D5FC-4263-AB78-5E92470C0F2D}"/>
              </a:ext>
            </a:extLst>
          </p:cNvPr>
          <p:cNvCxnSpPr>
            <a:cxnSpLocks/>
          </p:cNvCxnSpPr>
          <p:nvPr/>
        </p:nvCxnSpPr>
        <p:spPr>
          <a:xfrm>
            <a:off x="4495800" y="1689378"/>
            <a:ext cx="873126" cy="12613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5A100F27-51BD-4699-979A-040BAD5ABBB8}"/>
              </a:ext>
            </a:extLst>
          </p:cNvPr>
          <p:cNvCxnSpPr>
            <a:cxnSpLocks/>
          </p:cNvCxnSpPr>
          <p:nvPr/>
        </p:nvCxnSpPr>
        <p:spPr>
          <a:xfrm>
            <a:off x="2360613" y="2472452"/>
            <a:ext cx="873126" cy="12613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00A65148-2BED-49EF-8EF8-3CD4C00082A8}"/>
              </a:ext>
            </a:extLst>
          </p:cNvPr>
          <p:cNvCxnSpPr>
            <a:cxnSpLocks/>
          </p:cNvCxnSpPr>
          <p:nvPr/>
        </p:nvCxnSpPr>
        <p:spPr>
          <a:xfrm flipV="1">
            <a:off x="6000750" y="3800475"/>
            <a:ext cx="631826" cy="1209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="" xmlns:a16="http://schemas.microsoft.com/office/drawing/2014/main" id="{671B5948-E16C-414E-9515-39E95606C4DA}"/>
              </a:ext>
            </a:extLst>
          </p:cNvPr>
          <p:cNvCxnSpPr>
            <a:cxnSpLocks/>
          </p:cNvCxnSpPr>
          <p:nvPr/>
        </p:nvCxnSpPr>
        <p:spPr>
          <a:xfrm flipV="1">
            <a:off x="4494207" y="3945374"/>
            <a:ext cx="631826" cy="1209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D1A1730F-0517-4107-9026-496CC08D34A3}"/>
              </a:ext>
            </a:extLst>
          </p:cNvPr>
          <p:cNvCxnSpPr>
            <a:cxnSpLocks/>
          </p:cNvCxnSpPr>
          <p:nvPr/>
        </p:nvCxnSpPr>
        <p:spPr>
          <a:xfrm flipV="1">
            <a:off x="1346433" y="4943475"/>
            <a:ext cx="631826" cy="12096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4000" y="215900"/>
            <a:ext cx="330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dirty="0" smtClean="0"/>
              <a:t>The Church Of Pentecost </a:t>
            </a:r>
            <a:r>
              <a:rPr lang="en-US" dirty="0" err="1" smtClean="0"/>
              <a:t>Mizpah</a:t>
            </a:r>
            <a:r>
              <a:rPr lang="en-US" dirty="0" smtClean="0"/>
              <a:t> Assembly Area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242300" y="4597400"/>
            <a:ext cx="189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Yankee’s Pub Area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946900" y="5156200"/>
            <a:ext cx="2841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Universal Commodities Area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197600" y="4965700"/>
            <a:ext cx="119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Morvee</a:t>
            </a:r>
            <a:r>
              <a:rPr lang="en-US" dirty="0" smtClean="0"/>
              <a:t> Food </a:t>
            </a:r>
            <a:r>
              <a:rPr lang="en-US" dirty="0" smtClean="0"/>
              <a:t>Services</a:t>
            </a:r>
          </a:p>
          <a:p>
            <a:pPr algn="ctr"/>
            <a:r>
              <a:rPr lang="en-GB" dirty="0" smtClean="0"/>
              <a:t>Area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016501" y="4978400"/>
            <a:ext cx="1358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dirty="0" smtClean="0"/>
              <a:t>Quality Healthcare Ltd </a:t>
            </a:r>
            <a:r>
              <a:rPr lang="en-US" dirty="0" smtClean="0"/>
              <a:t>Pharmacy Area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025900" y="5067300"/>
            <a:ext cx="850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Everpure </a:t>
            </a:r>
            <a:r>
              <a:rPr lang="en-US" dirty="0" smtClean="0"/>
              <a:t>Sales </a:t>
            </a:r>
            <a:r>
              <a:rPr lang="en-US" dirty="0" smtClean="0"/>
              <a:t>Depot Area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175001" y="965200"/>
            <a:ext cx="207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US" dirty="0" smtClean="0"/>
              <a:t>SDA Nurses Training </a:t>
            </a:r>
            <a:r>
              <a:rPr lang="en-US" dirty="0" smtClean="0"/>
              <a:t>College Area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39900" y="1371600"/>
            <a:ext cx="96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Siloam </a:t>
            </a:r>
            <a:r>
              <a:rPr lang="en-US" dirty="0" smtClean="0"/>
              <a:t>Hospital Area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39800" y="6057900"/>
            <a:ext cx="1609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Vicande</a:t>
            </a:r>
            <a:r>
              <a:rPr lang="en-US" dirty="0" smtClean="0"/>
              <a:t> School</a:t>
            </a:r>
          </a:p>
          <a:p>
            <a:r>
              <a:rPr lang="en-GB" dirty="0" smtClean="0"/>
              <a:t>Area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6929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58A6E99-B8DB-49F5-A5F9-FBF7DF624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35690" y="-1179255"/>
            <a:ext cx="6858000" cy="92165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D449E07-09A1-4142-8809-705710814C3C}"/>
              </a:ext>
            </a:extLst>
          </p:cNvPr>
          <p:cNvSpPr txBox="1"/>
          <p:nvPr/>
        </p:nvSpPr>
        <p:spPr>
          <a:xfrm>
            <a:off x="111759" y="169623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</a:t>
            </a:r>
            <a:endParaRPr lang="x-none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ACD48F09-1234-46A3-B592-47531AA4780D}"/>
              </a:ext>
            </a:extLst>
          </p:cNvPr>
          <p:cNvCxnSpPr>
            <a:cxnSpLocks/>
          </p:cNvCxnSpPr>
          <p:nvPr/>
        </p:nvCxnSpPr>
        <p:spPr>
          <a:xfrm>
            <a:off x="7218363" y="2253377"/>
            <a:ext cx="873126" cy="12613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5852C3C3-207E-4048-974F-3FF55129539D}"/>
              </a:ext>
            </a:extLst>
          </p:cNvPr>
          <p:cNvCxnSpPr>
            <a:cxnSpLocks/>
          </p:cNvCxnSpPr>
          <p:nvPr/>
        </p:nvCxnSpPr>
        <p:spPr>
          <a:xfrm>
            <a:off x="3417888" y="4206002"/>
            <a:ext cx="873126" cy="12613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B614BEF0-534D-44F1-8E96-0BE18F035A07}"/>
              </a:ext>
            </a:extLst>
          </p:cNvPr>
          <p:cNvCxnSpPr>
            <a:cxnSpLocks/>
          </p:cNvCxnSpPr>
          <p:nvPr/>
        </p:nvCxnSpPr>
        <p:spPr>
          <a:xfrm flipH="1">
            <a:off x="2785111" y="6591300"/>
            <a:ext cx="218693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15100" y="1346200"/>
            <a:ext cx="1187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Shell Fuel Station</a:t>
            </a:r>
            <a:endParaRPr lang="en-US" dirty="0" smtClean="0"/>
          </a:p>
          <a:p>
            <a:pPr algn="ctr"/>
            <a:r>
              <a:rPr lang="en-GB" dirty="0" smtClean="0"/>
              <a:t>Area 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16200" y="3276600"/>
            <a:ext cx="1473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Physiohub</a:t>
            </a:r>
            <a:r>
              <a:rPr lang="en-US" dirty="0" smtClean="0"/>
              <a:t> Limited</a:t>
            </a:r>
          </a:p>
          <a:p>
            <a:pPr algn="ctr"/>
            <a:r>
              <a:rPr lang="en-GB" dirty="0" smtClean="0"/>
              <a:t>Area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029200" y="6057900"/>
            <a:ext cx="4173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Emma car diagnosing and repair </a:t>
            </a:r>
            <a:r>
              <a:rPr lang="en-US" dirty="0" smtClean="0"/>
              <a:t>shop area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6177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2321CF6-B10E-4354-A5FE-9A6F71F44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74948" y="-2400394"/>
            <a:ext cx="4831605" cy="1218150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11D2D763-CF72-4ECF-8F5C-ABA5EA5F6E33}"/>
              </a:ext>
            </a:extLst>
          </p:cNvPr>
          <p:cNvCxnSpPr>
            <a:cxnSpLocks/>
          </p:cNvCxnSpPr>
          <p:nvPr/>
        </p:nvCxnSpPr>
        <p:spPr>
          <a:xfrm>
            <a:off x="9880283" y="3429000"/>
            <a:ext cx="873126" cy="12613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E8337CAC-6AF6-4B4A-977A-2BD9F253C20A}"/>
              </a:ext>
            </a:extLst>
          </p:cNvPr>
          <p:cNvCxnSpPr>
            <a:cxnSpLocks/>
          </p:cNvCxnSpPr>
          <p:nvPr/>
        </p:nvCxnSpPr>
        <p:spPr>
          <a:xfrm flipV="1">
            <a:off x="8981440" y="5716508"/>
            <a:ext cx="898843" cy="78589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03946D2B-E8C5-4CB8-BEC9-C83DB594DF3F}"/>
              </a:ext>
            </a:extLst>
          </p:cNvPr>
          <p:cNvCxnSpPr>
            <a:cxnSpLocks/>
          </p:cNvCxnSpPr>
          <p:nvPr/>
        </p:nvCxnSpPr>
        <p:spPr>
          <a:xfrm>
            <a:off x="3484880" y="2865120"/>
            <a:ext cx="319723" cy="16728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13A8B5D-A275-4C76-B448-FDCE76CDFDD4}"/>
              </a:ext>
            </a:extLst>
          </p:cNvPr>
          <p:cNvSpPr txBox="1"/>
          <p:nvPr/>
        </p:nvSpPr>
        <p:spPr>
          <a:xfrm>
            <a:off x="111759" y="169623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</a:t>
            </a:r>
            <a:endParaRPr lang="x-none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978900" y="2603500"/>
            <a:ext cx="1964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RCCG Kingdom Ambassadors</a:t>
            </a:r>
          </a:p>
          <a:p>
            <a:pPr algn="ctr"/>
            <a:r>
              <a:rPr lang="en-GB" dirty="0" smtClean="0"/>
              <a:t>Area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160226" y="6211669"/>
            <a:ext cx="5323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Autonomy Hybrid Decoration And Training </a:t>
            </a:r>
            <a:r>
              <a:rPr lang="en-US" dirty="0" smtClean="0"/>
              <a:t>Center Area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265714" y="2612571"/>
            <a:ext cx="1176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UEW Road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5737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CE456D92-C3C3-431D-BD52-078F23852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89897" y="-1844727"/>
            <a:ext cx="5985489" cy="1038352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71962E5D-FF4F-4138-8A82-6273624BC5D3}"/>
              </a:ext>
            </a:extLst>
          </p:cNvPr>
          <p:cNvCxnSpPr>
            <a:cxnSpLocks/>
          </p:cNvCxnSpPr>
          <p:nvPr/>
        </p:nvCxnSpPr>
        <p:spPr>
          <a:xfrm>
            <a:off x="8158799" y="701040"/>
            <a:ext cx="319723" cy="16728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="" xmlns:a16="http://schemas.microsoft.com/office/drawing/2014/main" id="{1FBC6E5B-C757-48C1-822B-7E759223ACA5}"/>
              </a:ext>
            </a:extLst>
          </p:cNvPr>
          <p:cNvCxnSpPr>
            <a:cxnSpLocks/>
          </p:cNvCxnSpPr>
          <p:nvPr/>
        </p:nvCxnSpPr>
        <p:spPr>
          <a:xfrm>
            <a:off x="5882641" y="1107440"/>
            <a:ext cx="319723" cy="16728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10C3185-F774-4BD0-8774-6C10C3F69001}"/>
              </a:ext>
            </a:extLst>
          </p:cNvPr>
          <p:cNvSpPr txBox="1"/>
          <p:nvPr/>
        </p:nvSpPr>
        <p:spPr>
          <a:xfrm>
            <a:off x="111759" y="169623"/>
            <a:ext cx="57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6</a:t>
            </a:r>
            <a:endParaRPr lang="x-none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531100" y="406400"/>
            <a:ext cx="1570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/>
            <a:r>
              <a:rPr lang="en-US" dirty="0" err="1" smtClean="0"/>
              <a:t>Apatrapa</a:t>
            </a:r>
            <a:r>
              <a:rPr lang="en-US" dirty="0" smtClean="0"/>
              <a:t> </a:t>
            </a:r>
            <a:r>
              <a:rPr lang="en-US" dirty="0" smtClean="0"/>
              <a:t>Road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041900" y="558800"/>
            <a:ext cx="1560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/>
              <a:t>Tanoso</a:t>
            </a:r>
            <a:r>
              <a:rPr lang="en-US" dirty="0" smtClean="0"/>
              <a:t> market</a:t>
            </a:r>
          </a:p>
          <a:p>
            <a:pPr algn="ctr"/>
            <a:r>
              <a:rPr lang="en-GB" dirty="0" smtClean="0"/>
              <a:t>Area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739806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112</Words>
  <Application>Microsoft Office PowerPoint</Application>
  <PresentationFormat>Custom</PresentationFormat>
  <Paragraphs>79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Miriam Fisher</dc:creator>
  <cp:lastModifiedBy>HP</cp:lastModifiedBy>
  <cp:revision>22</cp:revision>
  <dcterms:created xsi:type="dcterms:W3CDTF">2020-09-29T10:18:34Z</dcterms:created>
  <dcterms:modified xsi:type="dcterms:W3CDTF">2020-10-02T08:26:42Z</dcterms:modified>
</cp:coreProperties>
</file>